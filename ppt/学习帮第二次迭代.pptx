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270" r:id="rId3"/>
    <p:sldId id="271" r:id="rId4"/>
    <p:sldId id="276" r:id="rId5"/>
    <p:sldId id="277" r:id="rId6"/>
    <p:sldId id="278" r:id="rId7"/>
    <p:sldId id="282" r:id="rId8"/>
    <p:sldId id="281" r:id="rId9"/>
    <p:sldId id="285" r:id="rId10"/>
    <p:sldId id="272" r:id="rId11"/>
    <p:sldId id="275" r:id="rId12"/>
    <p:sldId id="292" r:id="rId13"/>
    <p:sldId id="293" r:id="rId14"/>
    <p:sldId id="294" r:id="rId15"/>
    <p:sldId id="295" r:id="rId16"/>
    <p:sldId id="296" r:id="rId17"/>
    <p:sldId id="286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51" d="100"/>
          <a:sy n="51" d="100"/>
        </p:scale>
        <p:origin x="1159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40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373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774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570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239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722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927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55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905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850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096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378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97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289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07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2019/12/6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01F0EC7-3F57-4D64-9621-7496AA9C26B5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91864EC-35EA-453D-9310-AB7341C7C344}"/>
              </a:ext>
            </a:extLst>
          </p:cNvPr>
          <p:cNvSpPr/>
          <p:nvPr/>
        </p:nvSpPr>
        <p:spPr>
          <a:xfrm>
            <a:off x="1956935" y="3533827"/>
            <a:ext cx="224588" cy="224588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543094" y="1723761"/>
            <a:ext cx="8199637" cy="237757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7500" spc="300" dirty="0">
                <a:solidFill>
                  <a:srgbClr val="292929"/>
                </a:solidFill>
                <a:latin typeface="方正粗谭黑简体" panose="02000000000000000000" pitchFamily="2" charset="-122"/>
                <a:ea typeface="方正粗谭黑简体" panose="02000000000000000000" pitchFamily="2" charset="-122"/>
                <a:cs typeface="+mn-ea"/>
                <a:sym typeface="+mn-lt"/>
              </a:rPr>
              <a:t>学习帮</a:t>
            </a:r>
            <a:endParaRPr lang="en-US" altLang="zh-CN"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  <a:p>
            <a:pPr>
              <a:defRPr/>
            </a:pPr>
            <a:r>
              <a:rPr lang="zh-CN" altLang="en-US" sz="7500" spc="300" dirty="0">
                <a:solidFill>
                  <a:srgbClr val="292929"/>
                </a:solidFill>
                <a:latin typeface="方正粗谭黑简体" panose="02000000000000000000" pitchFamily="2" charset="-122"/>
                <a:ea typeface="方正粗谭黑简体" panose="02000000000000000000" pitchFamily="2" charset="-122"/>
                <a:cs typeface="+mn-ea"/>
                <a:sym typeface="+mn-lt"/>
              </a:rPr>
              <a:t>第二次迭代汇报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5999198" y="4101335"/>
            <a:ext cx="3447896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汇报人：</a:t>
            </a: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8</a:t>
            </a: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班第二小组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D0AFB9-F1B4-4D05-90D6-2624EA97AAB8}"/>
              </a:ext>
            </a:extLst>
          </p:cNvPr>
          <p:cNvSpPr/>
          <p:nvPr/>
        </p:nvSpPr>
        <p:spPr>
          <a:xfrm flipH="1">
            <a:off x="11311281" y="810323"/>
            <a:ext cx="415498" cy="1841541"/>
          </a:xfrm>
          <a:prstGeom prst="rect">
            <a:avLst/>
          </a:prstGeom>
        </p:spPr>
        <p:txBody>
          <a:bodyPr vert="eaVert"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pc="225" dirty="0">
                <a:solidFill>
                  <a:srgbClr val="292929"/>
                </a:solidFill>
                <a:cs typeface="+mn-ea"/>
                <a:sym typeface="+mn-lt"/>
              </a:rPr>
              <a:t>WORK PLAN</a:t>
            </a:r>
            <a:endParaRPr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7FF11B-ECA5-40B5-BE3B-8C91AA621702}"/>
              </a:ext>
            </a:extLst>
          </p:cNvPr>
          <p:cNvSpPr/>
          <p:nvPr/>
        </p:nvSpPr>
        <p:spPr>
          <a:xfrm flipH="1">
            <a:off x="11342435" y="5016459"/>
            <a:ext cx="353943" cy="1841541"/>
          </a:xfrm>
          <a:prstGeom prst="rect">
            <a:avLst/>
          </a:prstGeom>
        </p:spPr>
        <p:txBody>
          <a:bodyPr vert="eaVert"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400" spc="225" dirty="0">
                <a:solidFill>
                  <a:srgbClr val="292929"/>
                </a:solidFill>
                <a:cs typeface="+mn-ea"/>
                <a:sym typeface="+mn-lt"/>
              </a:rPr>
              <a:t>WORK PLAN</a:t>
            </a:r>
            <a:endParaRPr sz="1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0" grpId="0" animBg="1"/>
      <p:bldP spid="11" grpId="0"/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1F6AD62B-194E-4E29-8C2E-D96C07687326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95C6D15-67FC-459B-A9E1-0E5AE34FBABB}"/>
              </a:ext>
            </a:extLst>
          </p:cNvPr>
          <p:cNvSpPr/>
          <p:nvPr/>
        </p:nvSpPr>
        <p:spPr>
          <a:xfrm>
            <a:off x="1467889" y="2361689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C8471AE-8075-4055-999E-7F5FB6475BDF}"/>
              </a:ext>
            </a:extLst>
          </p:cNvPr>
          <p:cNvSpPr/>
          <p:nvPr/>
        </p:nvSpPr>
        <p:spPr>
          <a:xfrm>
            <a:off x="5201419" y="4613027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BD1AA97-8D5D-41BB-A69B-FC98226314BD}"/>
              </a:ext>
            </a:extLst>
          </p:cNvPr>
          <p:cNvSpPr/>
          <p:nvPr/>
        </p:nvSpPr>
        <p:spPr>
          <a:xfrm>
            <a:off x="1301199" y="1830549"/>
            <a:ext cx="3284115" cy="3284115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456296-6DD8-4B7C-B908-15E5D6D45644}"/>
              </a:ext>
            </a:extLst>
          </p:cNvPr>
          <p:cNvSpPr txBox="1"/>
          <p:nvPr/>
        </p:nvSpPr>
        <p:spPr>
          <a:xfrm>
            <a:off x="1851387" y="2935814"/>
            <a:ext cx="3676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5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目录</a:t>
            </a:r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content</a:t>
            </a:r>
            <a:endParaRPr lang="en-US" altLang="zh-CN" sz="5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784B0D0-48F4-47B1-842D-0C350A58B3D7}"/>
              </a:ext>
            </a:extLst>
          </p:cNvPr>
          <p:cNvGrpSpPr/>
          <p:nvPr/>
        </p:nvGrpSpPr>
        <p:grpSpPr>
          <a:xfrm>
            <a:off x="7183963" y="2496715"/>
            <a:ext cx="3420745" cy="925830"/>
            <a:chOff x="7220041" y="2904581"/>
            <a:chExt cx="3420745" cy="92583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9C9D555-2B4E-4141-B9D7-1825884C330C}"/>
                </a:ext>
              </a:extLst>
            </p:cNvPr>
            <p:cNvSpPr txBox="1"/>
            <p:nvPr/>
          </p:nvSpPr>
          <p:spPr>
            <a:xfrm>
              <a:off x="8013156" y="2904581"/>
              <a:ext cx="262763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完成情况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276D7B9-A41C-47C2-A8F6-3937DA18D5D0}"/>
                </a:ext>
              </a:extLst>
            </p:cNvPr>
            <p:cNvSpPr txBox="1"/>
            <p:nvPr/>
          </p:nvSpPr>
          <p:spPr>
            <a:xfrm>
              <a:off x="7220041" y="3006965"/>
              <a:ext cx="417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2FFF783-129C-41D1-BAAB-F3DA8A2AD868}"/>
                </a:ext>
              </a:extLst>
            </p:cNvPr>
            <p:cNvSpPr/>
            <p:nvPr/>
          </p:nvSpPr>
          <p:spPr>
            <a:xfrm>
              <a:off x="7879304" y="3491857"/>
              <a:ext cx="24551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dist">
                <a:defRPr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UNIVERSAL TEMPLATE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1E93E25-7BEA-4443-B348-AD825BD80B8E}"/>
              </a:ext>
            </a:extLst>
          </p:cNvPr>
          <p:cNvGrpSpPr/>
          <p:nvPr/>
        </p:nvGrpSpPr>
        <p:grpSpPr>
          <a:xfrm>
            <a:off x="7183963" y="3633644"/>
            <a:ext cx="3420745" cy="935087"/>
            <a:chOff x="7220041" y="3745956"/>
            <a:chExt cx="3420745" cy="935087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351D9B3-4EFB-495B-9CF5-1FDCB19B13F1}"/>
                </a:ext>
              </a:extLst>
            </p:cNvPr>
            <p:cNvSpPr txBox="1"/>
            <p:nvPr/>
          </p:nvSpPr>
          <p:spPr>
            <a:xfrm>
              <a:off x="8013156" y="3745956"/>
              <a:ext cx="262763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成果展示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4A7DCCD-F854-461F-8909-8B578702A1D9}"/>
                </a:ext>
              </a:extLst>
            </p:cNvPr>
            <p:cNvSpPr txBox="1"/>
            <p:nvPr/>
          </p:nvSpPr>
          <p:spPr>
            <a:xfrm>
              <a:off x="7220041" y="3830411"/>
              <a:ext cx="417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C3F18F9-EC80-4C20-9549-9ABD5AF3BC75}"/>
                </a:ext>
              </a:extLst>
            </p:cNvPr>
            <p:cNvSpPr/>
            <p:nvPr/>
          </p:nvSpPr>
          <p:spPr>
            <a:xfrm>
              <a:off x="7879304" y="4342489"/>
              <a:ext cx="24551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dist">
                <a:defRPr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UNIVERSAL TEMPLATE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B0AC75C6-C365-4063-9484-DC573736F4EF}"/>
              </a:ext>
            </a:extLst>
          </p:cNvPr>
          <p:cNvSpPr/>
          <p:nvPr/>
        </p:nvSpPr>
        <p:spPr>
          <a:xfrm flipH="1">
            <a:off x="11340853" y="5152295"/>
            <a:ext cx="353943" cy="1841541"/>
          </a:xfrm>
          <a:prstGeom prst="rect">
            <a:avLst/>
          </a:prstGeom>
        </p:spPr>
        <p:txBody>
          <a:bodyPr vert="eaVert"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400" spc="225" dirty="0">
                <a:solidFill>
                  <a:srgbClr val="292929"/>
                </a:solidFill>
                <a:cs typeface="+mn-ea"/>
                <a:sym typeface="+mn-lt"/>
              </a:rPr>
              <a:t>CONTENT</a:t>
            </a:r>
            <a:endParaRPr sz="1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83DA3B-1930-4EAB-BDEC-113AF359F85B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50007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23" grpId="0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56DC809-96D7-4DDD-BA7E-7AE8F7783E16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0A44E5-3CD4-4A08-A0CD-618D04D79A40}"/>
              </a:ext>
            </a:extLst>
          </p:cNvPr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D03333-1868-49B8-89A8-C502A4EC18F3}"/>
              </a:ext>
            </a:extLst>
          </p:cNvPr>
          <p:cNvSpPr txBox="1"/>
          <p:nvPr/>
        </p:nvSpPr>
        <p:spPr>
          <a:xfrm>
            <a:off x="1269667" y="205961"/>
            <a:ext cx="2388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 one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8DD4BB-51C7-4C0B-81C4-F1B066DB113D}"/>
              </a:ext>
            </a:extLst>
          </p:cNvPr>
          <p:cNvGrpSpPr/>
          <p:nvPr/>
        </p:nvGrpSpPr>
        <p:grpSpPr>
          <a:xfrm>
            <a:off x="1882813" y="2027836"/>
            <a:ext cx="3272128" cy="3272128"/>
            <a:chOff x="1269667" y="1823914"/>
            <a:chExt cx="4093043" cy="40930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542460-5FFA-469E-BC92-40A91DA1B964}"/>
                </a:ext>
              </a:extLst>
            </p:cNvPr>
            <p:cNvSpPr/>
            <p:nvPr/>
          </p:nvSpPr>
          <p:spPr>
            <a:xfrm>
              <a:off x="1530950" y="2759518"/>
              <a:ext cx="2221834" cy="22218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98EAFD0-5228-4051-B8BE-C549502A83FC}"/>
                </a:ext>
              </a:extLst>
            </p:cNvPr>
            <p:cNvSpPr/>
            <p:nvPr/>
          </p:nvSpPr>
          <p:spPr>
            <a:xfrm>
              <a:off x="1269667" y="1823914"/>
              <a:ext cx="4093043" cy="4093043"/>
            </a:xfrm>
            <a:prstGeom prst="ellips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553F943-7E5E-4A56-B451-0160855CD2F9}"/>
              </a:ext>
            </a:extLst>
          </p:cNvPr>
          <p:cNvSpPr/>
          <p:nvPr/>
        </p:nvSpPr>
        <p:spPr>
          <a:xfrm>
            <a:off x="4646531" y="2959188"/>
            <a:ext cx="4093044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7500" b="1" spc="225" dirty="0">
                <a:solidFill>
                  <a:srgbClr val="292929"/>
                </a:solidFill>
                <a:cs typeface="+mn-ea"/>
                <a:sym typeface="+mn-lt"/>
              </a:rPr>
              <a:t>完成情况</a:t>
            </a:r>
            <a:endParaRPr sz="7500" b="1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984A5-F46A-499C-BB67-5E5FBC7EBD3A}"/>
              </a:ext>
            </a:extLst>
          </p:cNvPr>
          <p:cNvSpPr txBox="1"/>
          <p:nvPr/>
        </p:nvSpPr>
        <p:spPr>
          <a:xfrm>
            <a:off x="2037201" y="2959188"/>
            <a:ext cx="1830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891201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邵晋洋第二次迭代总结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440EB04-E88A-4FD5-803E-3850F0A22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8837" y="1428674"/>
            <a:ext cx="3309537" cy="448585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03A6E5A-BBD2-4CB3-BE95-586115139FE2}"/>
              </a:ext>
            </a:extLst>
          </p:cNvPr>
          <p:cNvSpPr txBox="1"/>
          <p:nvPr/>
        </p:nvSpPr>
        <p:spPr>
          <a:xfrm>
            <a:off x="678635" y="1164510"/>
            <a:ext cx="5923645" cy="522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/>
              <a:t>第二次迭代的分工：</a:t>
            </a:r>
            <a:endParaRPr lang="en-US" altLang="zh-CN" sz="2000" dirty="0"/>
          </a:p>
          <a:p>
            <a:r>
              <a:rPr lang="zh-CN" altLang="en-US" sz="2000" dirty="0"/>
              <a:t>预期目标：基本实现论坛式功能的webapp，可以注册用户可以发布回答相应问题，查看与自己相关的问题信息，管理员可以对已经发布的问题进行管理。</a:t>
            </a:r>
          </a:p>
          <a:p>
            <a:endParaRPr lang="zh-CN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邵晋洋：继续完成前后端数据对接，完成管理员相关的功能。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张宇昊：服务器生产环境搭建（mysql安装等）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王喆：完善数据库查询功能，及时告知邵晋洋新增的功能函数和使用方法（用文档说明，有示例可供参考）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鲍新海：用户注册和登录功能实现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吕琦、黄庭里：考虑webgl在前端美化的应用，可以先增加更友好的js与用户交互的功能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李紫琦、邹凯怡：网页页面设计，基模板美化</a:t>
            </a:r>
          </a:p>
          <a:p>
            <a:pPr algn="ctr">
              <a:lnSpc>
                <a:spcPct val="15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AD38D40-4A6D-448B-A180-A7EB20A870E4}"/>
              </a:ext>
            </a:extLst>
          </p:cNvPr>
          <p:cNvSpPr/>
          <p:nvPr/>
        </p:nvSpPr>
        <p:spPr>
          <a:xfrm>
            <a:off x="11079367" y="116451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7769829" y="563552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邵晋洋第二次迭代总结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Freeform 45">
            <a:extLst>
              <a:ext uri="{FF2B5EF4-FFF2-40B4-BE49-F238E27FC236}">
                <a16:creationId xmlns:a16="http://schemas.microsoft.com/office/drawing/2014/main" id="{34079A02-82BC-498F-9F65-4EF05AFF1060}"/>
              </a:ext>
            </a:extLst>
          </p:cNvPr>
          <p:cNvSpPr>
            <a:spLocks noEditPoints="1"/>
          </p:cNvSpPr>
          <p:nvPr/>
        </p:nvSpPr>
        <p:spPr bwMode="auto">
          <a:xfrm>
            <a:off x="445853" y="124106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FD96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881351EC-9FAC-4569-9739-8DA78CED2B3E}"/>
              </a:ext>
            </a:extLst>
          </p:cNvPr>
          <p:cNvSpPr>
            <a:spLocks noEditPoints="1"/>
          </p:cNvSpPr>
          <p:nvPr/>
        </p:nvSpPr>
        <p:spPr bwMode="auto">
          <a:xfrm>
            <a:off x="4604204" y="1110603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FD96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F59D6A-7F24-4CF7-A3C3-1C670EF08362}"/>
              </a:ext>
            </a:extLst>
          </p:cNvPr>
          <p:cNvSpPr txBox="1"/>
          <p:nvPr/>
        </p:nvSpPr>
        <p:spPr>
          <a:xfrm>
            <a:off x="1059636" y="1241063"/>
            <a:ext cx="4222222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我的任务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: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web</a:t>
            </a:r>
            <a:r>
              <a:rPr lang="zh-CN" altLang="en-US" sz="2400" dirty="0"/>
              <a:t>后端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给组员分配任务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写开发记录博客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CB9009-9E89-4F41-928E-D9EB7AB0A392}"/>
              </a:ext>
            </a:extLst>
          </p:cNvPr>
          <p:cNvSpPr txBox="1"/>
          <p:nvPr/>
        </p:nvSpPr>
        <p:spPr>
          <a:xfrm>
            <a:off x="5281858" y="1102563"/>
            <a:ext cx="6897731" cy="341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进度说明</a:t>
            </a:r>
            <a:r>
              <a:rPr lang="en-US" altLang="zh-CN" sz="2400" dirty="0"/>
              <a:t>:</a:t>
            </a:r>
          </a:p>
          <a:p>
            <a:r>
              <a:rPr lang="en-US" altLang="zh-CN" sz="2400" dirty="0"/>
              <a:t>1.</a:t>
            </a:r>
            <a:r>
              <a:rPr lang="zh-CN" altLang="en-US" sz="2400" dirty="0"/>
              <a:t>完成了用户登录、注册，发布问题，回答问题，按种类筛选问题，显示我提出的问题的功能。</a:t>
            </a:r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主页可以显示部分提出的问题（分页功能待完善）</a:t>
            </a:r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导航栏上，对于未登录的用户，可以进行注册和登录，在点选有需要登录的导航项目时，会重定向回主页。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3F2F164-85B6-423B-BFEB-1CA360133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3" y="3818148"/>
            <a:ext cx="8885261" cy="262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99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bldLvl="0"/>
      <p:bldP spid="15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下一阶段计划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F04281E-266E-4698-BB7D-D506DE7F23B0}"/>
              </a:ext>
            </a:extLst>
          </p:cNvPr>
          <p:cNvSpPr/>
          <p:nvPr/>
        </p:nvSpPr>
        <p:spPr>
          <a:xfrm>
            <a:off x="1350609" y="1119352"/>
            <a:ext cx="542246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完善管理员的功能，可以对发布的问题进行删除，对于注册的用户进行管理，同时引入电子邮件功能，及时通知管理员新数据的产生，比如有用户提出新问题了，不马上显示在首页，管理员过目验证过后可以显示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数据库的功能还待完善（比如按email查找用户），数据库设计可以更加优化。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考虑数据的安全性（使用CSRFProtect实现CSRF (Cross Site Request Forgery，跨站请求伪造)保护）管理后台会涉及对资源的局部更新和删除操作，这时我们就要考虑到CSRF保护问题。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en-US" altLang="zh-CN" sz="2000" dirty="0"/>
              <a:t>4.</a:t>
            </a:r>
            <a:r>
              <a:rPr lang="zh-CN" altLang="en-US" sz="2000" dirty="0"/>
              <a:t>问题搜索、推荐功能</a:t>
            </a:r>
          </a:p>
          <a:p>
            <a:pPr algn="l" defTabSz="1828800" rtl="0"/>
            <a:endParaRPr lang="en-US" sz="1600" b="1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4F0D5FD2-46CA-4F55-85CE-861212F8678F}"/>
              </a:ext>
            </a:extLst>
          </p:cNvPr>
          <p:cNvSpPr/>
          <p:nvPr/>
        </p:nvSpPr>
        <p:spPr>
          <a:xfrm>
            <a:off x="1167625" y="1179404"/>
            <a:ext cx="64770" cy="68389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C84D0DB-0FE7-40E9-8F0D-E0310348DC44}"/>
              </a:ext>
            </a:extLst>
          </p:cNvPr>
          <p:cNvSpPr/>
          <p:nvPr/>
        </p:nvSpPr>
        <p:spPr>
          <a:xfrm>
            <a:off x="7435437" y="-297653"/>
            <a:ext cx="7870699" cy="7870699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3045694-65AC-400C-AB0B-CFD9465654CF}"/>
              </a:ext>
            </a:extLst>
          </p:cNvPr>
          <p:cNvSpPr/>
          <p:nvPr/>
        </p:nvSpPr>
        <p:spPr>
          <a:xfrm>
            <a:off x="7607095" y="1119352"/>
            <a:ext cx="804001" cy="8040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146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邹凯怡第二次迭代总结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FB0EB3-015A-4677-A766-3BDD13C2F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8160" y="1775078"/>
            <a:ext cx="3230758" cy="395516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62D42F4-3A83-453B-8A3E-C148505567C5}"/>
              </a:ext>
            </a:extLst>
          </p:cNvPr>
          <p:cNvSpPr/>
          <p:nvPr/>
        </p:nvSpPr>
        <p:spPr>
          <a:xfrm>
            <a:off x="3788139" y="5112350"/>
            <a:ext cx="1960090" cy="1057992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Google Shape;86;p19">
            <a:extLst>
              <a:ext uri="{FF2B5EF4-FFF2-40B4-BE49-F238E27FC236}">
                <a16:creationId xmlns:a16="http://schemas.microsoft.com/office/drawing/2014/main" id="{ED0C2AC3-14B8-41EC-B7D7-BE96F41209C3}"/>
              </a:ext>
            </a:extLst>
          </p:cNvPr>
          <p:cNvSpPr txBox="1"/>
          <p:nvPr/>
        </p:nvSpPr>
        <p:spPr>
          <a:xfrm>
            <a:off x="6077103" y="1258118"/>
            <a:ext cx="4707841" cy="4814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2000" dirty="0"/>
              <a:t>工作完成情况：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根据第一次迭代过程中的页面设计原型图初步完成了首页、问题详情页、回答的问题等页面的构建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生成虚拟数据后利用</a:t>
            </a:r>
            <a:r>
              <a:rPr lang="en-US" altLang="zh-CN" sz="2000" dirty="0"/>
              <a:t>bootstrap</a:t>
            </a:r>
            <a:r>
              <a:rPr lang="zh-CN" altLang="en-US" sz="2000" dirty="0"/>
              <a:t>对页面进行美化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设计网页中需要的表单</a:t>
            </a:r>
          </a:p>
          <a:p>
            <a:r>
              <a:rPr lang="zh-CN" altLang="en-US" sz="2000" dirty="0"/>
              <a:t>遇到的问题：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修改</a:t>
            </a:r>
            <a:r>
              <a:rPr lang="en-US" altLang="zh-CN" sz="2000" dirty="0" err="1"/>
              <a:t>css</a:t>
            </a:r>
            <a:r>
              <a:rPr lang="zh-CN" altLang="en-US" sz="2000" dirty="0"/>
              <a:t>文件后浏览器不能马上刷新出更改后的样式</a:t>
            </a:r>
          </a:p>
          <a:p>
            <a:r>
              <a:rPr lang="zh-CN" altLang="en-US" sz="2000" dirty="0"/>
              <a:t>下一阶段的计划：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增添后台管理页面，管理员登录后可以删除问题等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继续美化页面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优化代码</a:t>
            </a: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FFE319F7-B601-4FD3-9FFE-DA28C0FC2096}"/>
              </a:ext>
            </a:extLst>
          </p:cNvPr>
          <p:cNvSpPr>
            <a:spLocks noEditPoints="1"/>
          </p:cNvSpPr>
          <p:nvPr/>
        </p:nvSpPr>
        <p:spPr bwMode="auto">
          <a:xfrm>
            <a:off x="5540917" y="3429000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FD96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Freeform 45">
            <a:extLst>
              <a:ext uri="{FF2B5EF4-FFF2-40B4-BE49-F238E27FC236}">
                <a16:creationId xmlns:a16="http://schemas.microsoft.com/office/drawing/2014/main" id="{D7326E07-04CE-4899-8F67-CB508D6B185E}"/>
              </a:ext>
            </a:extLst>
          </p:cNvPr>
          <p:cNvSpPr>
            <a:spLocks noEditPoints="1"/>
          </p:cNvSpPr>
          <p:nvPr/>
        </p:nvSpPr>
        <p:spPr bwMode="auto">
          <a:xfrm>
            <a:off x="5540917" y="1258118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FD96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C0336D84-6D21-4D72-B72D-D9683D0EF94D}"/>
              </a:ext>
            </a:extLst>
          </p:cNvPr>
          <p:cNvSpPr>
            <a:spLocks noEditPoints="1"/>
          </p:cNvSpPr>
          <p:nvPr/>
        </p:nvSpPr>
        <p:spPr bwMode="auto">
          <a:xfrm>
            <a:off x="5540917" y="428693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FD96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074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李紫琦第二次迭代总结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AAB898-CBD7-49E7-AABD-68A4AE0CB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9668" y="2001814"/>
            <a:ext cx="5094494" cy="3400392"/>
          </a:xfrm>
          <a:prstGeom prst="rect">
            <a:avLst/>
          </a:prstGeom>
        </p:spPr>
      </p:pic>
      <p:sp>
        <p:nvSpPr>
          <p:cNvPr id="7" name="Freeform 45">
            <a:extLst>
              <a:ext uri="{FF2B5EF4-FFF2-40B4-BE49-F238E27FC236}">
                <a16:creationId xmlns:a16="http://schemas.microsoft.com/office/drawing/2014/main" id="{84834B17-DBA2-430F-8AFE-FBDCAD05A787}"/>
              </a:ext>
            </a:extLst>
          </p:cNvPr>
          <p:cNvSpPr>
            <a:spLocks noEditPoints="1"/>
          </p:cNvSpPr>
          <p:nvPr/>
        </p:nvSpPr>
        <p:spPr bwMode="auto">
          <a:xfrm>
            <a:off x="912464" y="234712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FD96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Google Shape;86;p19">
            <a:extLst>
              <a:ext uri="{FF2B5EF4-FFF2-40B4-BE49-F238E27FC236}">
                <a16:creationId xmlns:a16="http://schemas.microsoft.com/office/drawing/2014/main" id="{7368EB10-5EC7-4CAC-9F69-A8B3B56EA59A}"/>
              </a:ext>
            </a:extLst>
          </p:cNvPr>
          <p:cNvSpPr txBox="1"/>
          <p:nvPr/>
        </p:nvSpPr>
        <p:spPr>
          <a:xfrm>
            <a:off x="1369415" y="2347121"/>
            <a:ext cx="4563939" cy="297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2000" dirty="0"/>
              <a:t>工作完成情况：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下载</a:t>
            </a:r>
            <a:r>
              <a:rPr lang="en-US" altLang="zh-CN" sz="2000" dirty="0" err="1"/>
              <a:t>pychorm</a:t>
            </a:r>
            <a:r>
              <a:rPr lang="zh-CN" altLang="en-US" sz="2000" dirty="0"/>
              <a:t>配置环境后，与本小组的代码仓库进行连接，完成网络主页的框架的基本搭建，以及各个页面之间的切换，并将表单格式和后台的数据名统一。进行部分的网页页面的美化。 </a:t>
            </a:r>
          </a:p>
          <a:p>
            <a:pPr lvl="0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0099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张宇昊第二次迭代总结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C265431-7BB5-41FE-976F-27F21858FABA}"/>
              </a:ext>
            </a:extLst>
          </p:cNvPr>
          <p:cNvSpPr/>
          <p:nvPr/>
        </p:nvSpPr>
        <p:spPr>
          <a:xfrm>
            <a:off x="9335256" y="1056920"/>
            <a:ext cx="4801310" cy="480131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FE481F-D87E-4CF0-9BC7-79B12E28F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264" y="1717547"/>
            <a:ext cx="3474748" cy="433429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2FD1006-F337-483B-BFA0-05174123D653}"/>
              </a:ext>
            </a:extLst>
          </p:cNvPr>
          <p:cNvSpPr txBox="1"/>
          <p:nvPr/>
        </p:nvSpPr>
        <p:spPr>
          <a:xfrm>
            <a:off x="6006909" y="1267967"/>
            <a:ext cx="4522324" cy="446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本阶段完成：</a:t>
            </a:r>
            <a:endParaRPr lang="en-US" altLang="zh-CN" sz="2000" dirty="0"/>
          </a:p>
          <a:p>
            <a:r>
              <a:rPr lang="en-US" altLang="zh-CN" sz="2000" dirty="0"/>
              <a:t>1 </a:t>
            </a:r>
            <a:r>
              <a:rPr lang="zh-CN" altLang="en-US" sz="2000" dirty="0"/>
              <a:t>管理</a:t>
            </a:r>
            <a:r>
              <a:rPr lang="en-US" altLang="zh-CN" sz="2000" dirty="0" err="1"/>
              <a:t>github</a:t>
            </a:r>
            <a:r>
              <a:rPr lang="zh-CN" altLang="en-US" sz="2000" dirty="0"/>
              <a:t>。负责核查小组成员提交的</a:t>
            </a:r>
            <a:r>
              <a:rPr lang="en-US" altLang="zh-CN" sz="2000" dirty="0"/>
              <a:t>commit</a:t>
            </a:r>
            <a:r>
              <a:rPr lang="zh-CN" altLang="en-US" sz="2000" dirty="0"/>
              <a:t>，并</a:t>
            </a:r>
            <a:r>
              <a:rPr lang="en-US" altLang="zh-CN" sz="2000" dirty="0"/>
              <a:t>merge</a:t>
            </a:r>
            <a:r>
              <a:rPr lang="zh-CN" altLang="en-US" sz="2000" dirty="0"/>
              <a:t>到</a:t>
            </a:r>
            <a:r>
              <a:rPr lang="en-US" altLang="zh-CN" sz="2000" dirty="0"/>
              <a:t>develop</a:t>
            </a:r>
            <a:r>
              <a:rPr lang="zh-CN" altLang="en-US" sz="2000" dirty="0"/>
              <a:t>分支中。</a:t>
            </a:r>
          </a:p>
          <a:p>
            <a:r>
              <a:rPr lang="en-US" altLang="zh-CN" sz="2000" dirty="0"/>
              <a:t>2 </a:t>
            </a:r>
            <a:r>
              <a:rPr lang="zh-CN" altLang="en-US" sz="2000" dirty="0"/>
              <a:t>整理</a:t>
            </a:r>
            <a:r>
              <a:rPr lang="en-US" altLang="zh-CN" sz="2000" dirty="0" err="1"/>
              <a:t>github</a:t>
            </a:r>
            <a:r>
              <a:rPr lang="zh-CN" altLang="en-US" sz="2000" dirty="0"/>
              <a:t>主页，将说明文档和博客连接排版整理。</a:t>
            </a:r>
          </a:p>
          <a:p>
            <a:r>
              <a:rPr lang="en-US" altLang="zh-CN" sz="2000" dirty="0"/>
              <a:t>3 </a:t>
            </a:r>
            <a:r>
              <a:rPr lang="zh-CN" altLang="en-US" sz="2000" dirty="0"/>
              <a:t>配置服务器，安装</a:t>
            </a:r>
            <a:r>
              <a:rPr lang="en-US" altLang="zh-CN" sz="2000" dirty="0" err="1"/>
              <a:t>mysql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gunicorn</a:t>
            </a:r>
            <a:r>
              <a:rPr lang="zh-CN" altLang="en-US" sz="2000" dirty="0"/>
              <a:t>等，并将项目部署到服务器上。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下一阶段：</a:t>
            </a:r>
          </a:p>
          <a:p>
            <a:r>
              <a:rPr lang="en-US" altLang="zh-CN" sz="2000" dirty="0"/>
              <a:t>1 </a:t>
            </a:r>
            <a:r>
              <a:rPr lang="zh-CN" altLang="en-US" sz="2000" dirty="0"/>
              <a:t>购买域名。</a:t>
            </a:r>
          </a:p>
          <a:p>
            <a:r>
              <a:rPr lang="en-US" altLang="zh-CN" sz="2000" dirty="0"/>
              <a:t>2 </a:t>
            </a:r>
            <a:r>
              <a:rPr lang="zh-CN" altLang="en-US" sz="2000" dirty="0"/>
              <a:t>对服务器进行安全配置。</a:t>
            </a:r>
          </a:p>
          <a:p>
            <a:r>
              <a:rPr lang="en-US" altLang="zh-CN" sz="2000" dirty="0"/>
              <a:t>3 </a:t>
            </a:r>
            <a:r>
              <a:rPr lang="zh-CN" altLang="en-US" sz="2000" dirty="0"/>
              <a:t>优化响应速度。</a:t>
            </a:r>
          </a:p>
          <a:p>
            <a:pPr algn="ctr"/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Freeform 84">
            <a:extLst>
              <a:ext uri="{FF2B5EF4-FFF2-40B4-BE49-F238E27FC236}">
                <a16:creationId xmlns:a16="http://schemas.microsoft.com/office/drawing/2014/main" id="{6CD84FA7-6F23-47D9-AFDA-10B37A1538EE}"/>
              </a:ext>
            </a:extLst>
          </p:cNvPr>
          <p:cNvSpPr>
            <a:spLocks noEditPoints="1"/>
          </p:cNvSpPr>
          <p:nvPr/>
        </p:nvSpPr>
        <p:spPr bwMode="auto">
          <a:xfrm>
            <a:off x="4974829" y="1297391"/>
            <a:ext cx="899160" cy="899160"/>
          </a:xfrm>
          <a:custGeom>
            <a:avLst/>
            <a:gdLst>
              <a:gd name="T0" fmla="*/ 1017 w 1019"/>
              <a:gd name="T1" fmla="*/ 375 h 1017"/>
              <a:gd name="T2" fmla="*/ 1014 w 1019"/>
              <a:gd name="T3" fmla="*/ 366 h 1017"/>
              <a:gd name="T4" fmla="*/ 757 w 1019"/>
              <a:gd name="T5" fmla="*/ 13 h 1017"/>
              <a:gd name="T6" fmla="*/ 750 w 1019"/>
              <a:gd name="T7" fmla="*/ 6 h 1017"/>
              <a:gd name="T8" fmla="*/ 749 w 1019"/>
              <a:gd name="T9" fmla="*/ 5 h 1017"/>
              <a:gd name="T10" fmla="*/ 739 w 1019"/>
              <a:gd name="T11" fmla="*/ 1 h 1017"/>
              <a:gd name="T12" fmla="*/ 739 w 1019"/>
              <a:gd name="T13" fmla="*/ 1 h 1017"/>
              <a:gd name="T14" fmla="*/ 286 w 1019"/>
              <a:gd name="T15" fmla="*/ 0 h 1017"/>
              <a:gd name="T16" fmla="*/ 279 w 1019"/>
              <a:gd name="T17" fmla="*/ 1 h 1017"/>
              <a:gd name="T18" fmla="*/ 278 w 1019"/>
              <a:gd name="T19" fmla="*/ 1 h 1017"/>
              <a:gd name="T20" fmla="*/ 269 w 1019"/>
              <a:gd name="T21" fmla="*/ 5 h 1017"/>
              <a:gd name="T22" fmla="*/ 267 w 1019"/>
              <a:gd name="T23" fmla="*/ 6 h 1017"/>
              <a:gd name="T24" fmla="*/ 6 w 1019"/>
              <a:gd name="T25" fmla="*/ 363 h 1017"/>
              <a:gd name="T26" fmla="*/ 5 w 1019"/>
              <a:gd name="T27" fmla="*/ 365 h 1017"/>
              <a:gd name="T28" fmla="*/ 3 w 1019"/>
              <a:gd name="T29" fmla="*/ 369 h 1017"/>
              <a:gd name="T30" fmla="*/ 1 w 1019"/>
              <a:gd name="T31" fmla="*/ 373 h 1017"/>
              <a:gd name="T32" fmla="*/ 0 w 1019"/>
              <a:gd name="T33" fmla="*/ 382 h 1017"/>
              <a:gd name="T34" fmla="*/ 0 w 1019"/>
              <a:gd name="T35" fmla="*/ 386 h 1017"/>
              <a:gd name="T36" fmla="*/ 3 w 1019"/>
              <a:gd name="T37" fmla="*/ 395 h 1017"/>
              <a:gd name="T38" fmla="*/ 4 w 1019"/>
              <a:gd name="T39" fmla="*/ 396 h 1017"/>
              <a:gd name="T40" fmla="*/ 7 w 1019"/>
              <a:gd name="T41" fmla="*/ 401 h 1017"/>
              <a:gd name="T42" fmla="*/ 485 w 1019"/>
              <a:gd name="T43" fmla="*/ 1007 h 1017"/>
              <a:gd name="T44" fmla="*/ 490 w 1019"/>
              <a:gd name="T45" fmla="*/ 1011 h 1017"/>
              <a:gd name="T46" fmla="*/ 493 w 1019"/>
              <a:gd name="T47" fmla="*/ 1013 h 1017"/>
              <a:gd name="T48" fmla="*/ 496 w 1019"/>
              <a:gd name="T49" fmla="*/ 1015 h 1017"/>
              <a:gd name="T50" fmla="*/ 501 w 1019"/>
              <a:gd name="T51" fmla="*/ 1017 h 1017"/>
              <a:gd name="T52" fmla="*/ 509 w 1019"/>
              <a:gd name="T53" fmla="*/ 1017 h 1017"/>
              <a:gd name="T54" fmla="*/ 509 w 1019"/>
              <a:gd name="T55" fmla="*/ 1017 h 1017"/>
              <a:gd name="T56" fmla="*/ 515 w 1019"/>
              <a:gd name="T57" fmla="*/ 1017 h 1017"/>
              <a:gd name="T58" fmla="*/ 518 w 1019"/>
              <a:gd name="T59" fmla="*/ 1016 h 1017"/>
              <a:gd name="T60" fmla="*/ 524 w 1019"/>
              <a:gd name="T61" fmla="*/ 1013 h 1017"/>
              <a:gd name="T62" fmla="*/ 525 w 1019"/>
              <a:gd name="T63" fmla="*/ 1013 h 1017"/>
              <a:gd name="T64" fmla="*/ 532 w 1019"/>
              <a:gd name="T65" fmla="*/ 1007 h 1017"/>
              <a:gd name="T66" fmla="*/ 1008 w 1019"/>
              <a:gd name="T67" fmla="*/ 404 h 1017"/>
              <a:gd name="T68" fmla="*/ 1015 w 1019"/>
              <a:gd name="T69" fmla="*/ 394 h 1017"/>
              <a:gd name="T70" fmla="*/ 1019 w 1019"/>
              <a:gd name="T71" fmla="*/ 382 h 1017"/>
              <a:gd name="T72" fmla="*/ 691 w 1019"/>
              <a:gd name="T73" fmla="*/ 63 h 1017"/>
              <a:gd name="T74" fmla="*/ 327 w 1019"/>
              <a:gd name="T75" fmla="*/ 63 h 1017"/>
              <a:gd name="T76" fmla="*/ 328 w 1019"/>
              <a:gd name="T77" fmla="*/ 350 h 1017"/>
              <a:gd name="T78" fmla="*/ 97 w 1019"/>
              <a:gd name="T79" fmla="*/ 413 h 1017"/>
              <a:gd name="T80" fmla="*/ 97 w 1019"/>
              <a:gd name="T81" fmla="*/ 413 h 1017"/>
              <a:gd name="T82" fmla="*/ 610 w 1019"/>
              <a:gd name="T83" fmla="*/ 413 h 1017"/>
              <a:gd name="T84" fmla="*/ 675 w 1019"/>
              <a:gd name="T85" fmla="*/ 413 h 1017"/>
              <a:gd name="T86" fmla="*/ 689 w 1019"/>
              <a:gd name="T87" fmla="*/ 350 h 1017"/>
              <a:gd name="T88" fmla="*/ 689 w 1019"/>
              <a:gd name="T89" fmla="*/ 350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9" h="1017">
                <a:moveTo>
                  <a:pt x="1018" y="376"/>
                </a:moveTo>
                <a:lnTo>
                  <a:pt x="1018" y="376"/>
                </a:lnTo>
                <a:lnTo>
                  <a:pt x="1017" y="375"/>
                </a:lnTo>
                <a:lnTo>
                  <a:pt x="1017" y="375"/>
                </a:lnTo>
                <a:lnTo>
                  <a:pt x="1015" y="371"/>
                </a:lnTo>
                <a:lnTo>
                  <a:pt x="1014" y="366"/>
                </a:lnTo>
                <a:lnTo>
                  <a:pt x="1011" y="363"/>
                </a:lnTo>
                <a:lnTo>
                  <a:pt x="1008" y="358"/>
                </a:lnTo>
                <a:lnTo>
                  <a:pt x="757" y="13"/>
                </a:lnTo>
                <a:lnTo>
                  <a:pt x="757" y="13"/>
                </a:lnTo>
                <a:lnTo>
                  <a:pt x="754" y="10"/>
                </a:lnTo>
                <a:lnTo>
                  <a:pt x="750" y="6"/>
                </a:lnTo>
                <a:lnTo>
                  <a:pt x="750" y="6"/>
                </a:lnTo>
                <a:lnTo>
                  <a:pt x="749" y="5"/>
                </a:lnTo>
                <a:lnTo>
                  <a:pt x="749" y="5"/>
                </a:lnTo>
                <a:lnTo>
                  <a:pt x="744" y="2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1" y="0"/>
                </a:lnTo>
                <a:lnTo>
                  <a:pt x="286" y="0"/>
                </a:lnTo>
                <a:lnTo>
                  <a:pt x="286" y="0"/>
                </a:lnTo>
                <a:lnTo>
                  <a:pt x="279" y="1"/>
                </a:lnTo>
                <a:lnTo>
                  <a:pt x="279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3" y="2"/>
                </a:lnTo>
                <a:lnTo>
                  <a:pt x="269" y="5"/>
                </a:lnTo>
                <a:lnTo>
                  <a:pt x="269" y="5"/>
                </a:lnTo>
                <a:lnTo>
                  <a:pt x="267" y="6"/>
                </a:lnTo>
                <a:lnTo>
                  <a:pt x="267" y="6"/>
                </a:lnTo>
                <a:lnTo>
                  <a:pt x="263" y="10"/>
                </a:lnTo>
                <a:lnTo>
                  <a:pt x="260" y="13"/>
                </a:lnTo>
                <a:lnTo>
                  <a:pt x="6" y="363"/>
                </a:lnTo>
                <a:lnTo>
                  <a:pt x="6" y="363"/>
                </a:lnTo>
                <a:lnTo>
                  <a:pt x="5" y="365"/>
                </a:lnTo>
                <a:lnTo>
                  <a:pt x="5" y="365"/>
                </a:lnTo>
                <a:lnTo>
                  <a:pt x="3" y="368"/>
                </a:lnTo>
                <a:lnTo>
                  <a:pt x="3" y="368"/>
                </a:lnTo>
                <a:lnTo>
                  <a:pt x="3" y="369"/>
                </a:lnTo>
                <a:lnTo>
                  <a:pt x="3" y="369"/>
                </a:lnTo>
                <a:lnTo>
                  <a:pt x="1" y="373"/>
                </a:lnTo>
                <a:lnTo>
                  <a:pt x="1" y="373"/>
                </a:lnTo>
                <a:lnTo>
                  <a:pt x="0" y="378"/>
                </a:lnTo>
                <a:lnTo>
                  <a:pt x="0" y="378"/>
                </a:lnTo>
                <a:lnTo>
                  <a:pt x="0" y="382"/>
                </a:lnTo>
                <a:lnTo>
                  <a:pt x="0" y="382"/>
                </a:lnTo>
                <a:lnTo>
                  <a:pt x="0" y="386"/>
                </a:lnTo>
                <a:lnTo>
                  <a:pt x="0" y="386"/>
                </a:lnTo>
                <a:lnTo>
                  <a:pt x="1" y="390"/>
                </a:lnTo>
                <a:lnTo>
                  <a:pt x="1" y="390"/>
                </a:lnTo>
                <a:lnTo>
                  <a:pt x="3" y="395"/>
                </a:lnTo>
                <a:lnTo>
                  <a:pt x="3" y="395"/>
                </a:lnTo>
                <a:lnTo>
                  <a:pt x="4" y="396"/>
                </a:lnTo>
                <a:lnTo>
                  <a:pt x="4" y="396"/>
                </a:lnTo>
                <a:lnTo>
                  <a:pt x="5" y="398"/>
                </a:lnTo>
                <a:lnTo>
                  <a:pt x="5" y="398"/>
                </a:lnTo>
                <a:lnTo>
                  <a:pt x="7" y="401"/>
                </a:lnTo>
                <a:lnTo>
                  <a:pt x="483" y="1005"/>
                </a:lnTo>
                <a:lnTo>
                  <a:pt x="483" y="1005"/>
                </a:lnTo>
                <a:lnTo>
                  <a:pt x="485" y="1007"/>
                </a:lnTo>
                <a:lnTo>
                  <a:pt x="485" y="1007"/>
                </a:lnTo>
                <a:lnTo>
                  <a:pt x="490" y="1011"/>
                </a:lnTo>
                <a:lnTo>
                  <a:pt x="490" y="1011"/>
                </a:lnTo>
                <a:lnTo>
                  <a:pt x="492" y="1013"/>
                </a:lnTo>
                <a:lnTo>
                  <a:pt x="492" y="1013"/>
                </a:lnTo>
                <a:lnTo>
                  <a:pt x="493" y="1013"/>
                </a:lnTo>
                <a:lnTo>
                  <a:pt x="493" y="1013"/>
                </a:lnTo>
                <a:lnTo>
                  <a:pt x="496" y="1015"/>
                </a:lnTo>
                <a:lnTo>
                  <a:pt x="496" y="1015"/>
                </a:lnTo>
                <a:lnTo>
                  <a:pt x="500" y="1016"/>
                </a:lnTo>
                <a:lnTo>
                  <a:pt x="500" y="1016"/>
                </a:lnTo>
                <a:lnTo>
                  <a:pt x="501" y="1017"/>
                </a:lnTo>
                <a:lnTo>
                  <a:pt x="501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15" y="1017"/>
                </a:lnTo>
                <a:lnTo>
                  <a:pt x="515" y="1017"/>
                </a:lnTo>
                <a:lnTo>
                  <a:pt x="518" y="1016"/>
                </a:lnTo>
                <a:lnTo>
                  <a:pt x="518" y="1016"/>
                </a:lnTo>
                <a:lnTo>
                  <a:pt x="521" y="1015"/>
                </a:lnTo>
                <a:lnTo>
                  <a:pt x="521" y="1015"/>
                </a:lnTo>
                <a:lnTo>
                  <a:pt x="524" y="1013"/>
                </a:lnTo>
                <a:lnTo>
                  <a:pt x="524" y="1013"/>
                </a:lnTo>
                <a:lnTo>
                  <a:pt x="525" y="1013"/>
                </a:lnTo>
                <a:lnTo>
                  <a:pt x="525" y="1013"/>
                </a:lnTo>
                <a:lnTo>
                  <a:pt x="527" y="1011"/>
                </a:lnTo>
                <a:lnTo>
                  <a:pt x="527" y="1011"/>
                </a:lnTo>
                <a:lnTo>
                  <a:pt x="532" y="1007"/>
                </a:lnTo>
                <a:lnTo>
                  <a:pt x="532" y="1007"/>
                </a:lnTo>
                <a:lnTo>
                  <a:pt x="534" y="1005"/>
                </a:lnTo>
                <a:lnTo>
                  <a:pt x="1008" y="404"/>
                </a:lnTo>
                <a:lnTo>
                  <a:pt x="1008" y="404"/>
                </a:lnTo>
                <a:lnTo>
                  <a:pt x="1012" y="400"/>
                </a:lnTo>
                <a:lnTo>
                  <a:pt x="1015" y="394"/>
                </a:lnTo>
                <a:lnTo>
                  <a:pt x="1018" y="388"/>
                </a:lnTo>
                <a:lnTo>
                  <a:pt x="1019" y="382"/>
                </a:lnTo>
                <a:lnTo>
                  <a:pt x="1019" y="382"/>
                </a:lnTo>
                <a:lnTo>
                  <a:pt x="1018" y="376"/>
                </a:lnTo>
                <a:lnTo>
                  <a:pt x="1018" y="376"/>
                </a:lnTo>
                <a:close/>
                <a:moveTo>
                  <a:pt x="691" y="63"/>
                </a:moveTo>
                <a:lnTo>
                  <a:pt x="625" y="350"/>
                </a:lnTo>
                <a:lnTo>
                  <a:pt x="393" y="350"/>
                </a:lnTo>
                <a:lnTo>
                  <a:pt x="327" y="63"/>
                </a:lnTo>
                <a:lnTo>
                  <a:pt x="691" y="63"/>
                </a:lnTo>
                <a:close/>
                <a:moveTo>
                  <a:pt x="271" y="106"/>
                </a:moveTo>
                <a:lnTo>
                  <a:pt x="328" y="350"/>
                </a:lnTo>
                <a:lnTo>
                  <a:pt x="94" y="350"/>
                </a:lnTo>
                <a:lnTo>
                  <a:pt x="271" y="106"/>
                </a:lnTo>
                <a:close/>
                <a:moveTo>
                  <a:pt x="97" y="413"/>
                </a:moveTo>
                <a:lnTo>
                  <a:pt x="343" y="413"/>
                </a:lnTo>
                <a:lnTo>
                  <a:pt x="446" y="854"/>
                </a:lnTo>
                <a:lnTo>
                  <a:pt x="97" y="413"/>
                </a:lnTo>
                <a:close/>
                <a:moveTo>
                  <a:pt x="509" y="845"/>
                </a:moveTo>
                <a:lnTo>
                  <a:pt x="408" y="413"/>
                </a:lnTo>
                <a:lnTo>
                  <a:pt x="610" y="413"/>
                </a:lnTo>
                <a:lnTo>
                  <a:pt x="509" y="845"/>
                </a:lnTo>
                <a:close/>
                <a:moveTo>
                  <a:pt x="572" y="854"/>
                </a:moveTo>
                <a:lnTo>
                  <a:pt x="675" y="413"/>
                </a:lnTo>
                <a:lnTo>
                  <a:pt x="920" y="413"/>
                </a:lnTo>
                <a:lnTo>
                  <a:pt x="572" y="854"/>
                </a:lnTo>
                <a:close/>
                <a:moveTo>
                  <a:pt x="689" y="350"/>
                </a:moveTo>
                <a:lnTo>
                  <a:pt x="746" y="106"/>
                </a:lnTo>
                <a:lnTo>
                  <a:pt x="923" y="350"/>
                </a:lnTo>
                <a:lnTo>
                  <a:pt x="689" y="35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Freeform 84">
            <a:extLst>
              <a:ext uri="{FF2B5EF4-FFF2-40B4-BE49-F238E27FC236}">
                <a16:creationId xmlns:a16="http://schemas.microsoft.com/office/drawing/2014/main" id="{1459CE70-52AF-46EC-92E8-C5E52F0E78FD}"/>
              </a:ext>
            </a:extLst>
          </p:cNvPr>
          <p:cNvSpPr>
            <a:spLocks noEditPoints="1"/>
          </p:cNvSpPr>
          <p:nvPr/>
        </p:nvSpPr>
        <p:spPr bwMode="auto">
          <a:xfrm>
            <a:off x="4974829" y="4061345"/>
            <a:ext cx="899160" cy="899160"/>
          </a:xfrm>
          <a:custGeom>
            <a:avLst/>
            <a:gdLst>
              <a:gd name="T0" fmla="*/ 1017 w 1019"/>
              <a:gd name="T1" fmla="*/ 375 h 1017"/>
              <a:gd name="T2" fmla="*/ 1014 w 1019"/>
              <a:gd name="T3" fmla="*/ 366 h 1017"/>
              <a:gd name="T4" fmla="*/ 757 w 1019"/>
              <a:gd name="T5" fmla="*/ 13 h 1017"/>
              <a:gd name="T6" fmla="*/ 750 w 1019"/>
              <a:gd name="T7" fmla="*/ 6 h 1017"/>
              <a:gd name="T8" fmla="*/ 749 w 1019"/>
              <a:gd name="T9" fmla="*/ 5 h 1017"/>
              <a:gd name="T10" fmla="*/ 739 w 1019"/>
              <a:gd name="T11" fmla="*/ 1 h 1017"/>
              <a:gd name="T12" fmla="*/ 739 w 1019"/>
              <a:gd name="T13" fmla="*/ 1 h 1017"/>
              <a:gd name="T14" fmla="*/ 286 w 1019"/>
              <a:gd name="T15" fmla="*/ 0 h 1017"/>
              <a:gd name="T16" fmla="*/ 279 w 1019"/>
              <a:gd name="T17" fmla="*/ 1 h 1017"/>
              <a:gd name="T18" fmla="*/ 278 w 1019"/>
              <a:gd name="T19" fmla="*/ 1 h 1017"/>
              <a:gd name="T20" fmla="*/ 269 w 1019"/>
              <a:gd name="T21" fmla="*/ 5 h 1017"/>
              <a:gd name="T22" fmla="*/ 267 w 1019"/>
              <a:gd name="T23" fmla="*/ 6 h 1017"/>
              <a:gd name="T24" fmla="*/ 6 w 1019"/>
              <a:gd name="T25" fmla="*/ 363 h 1017"/>
              <a:gd name="T26" fmla="*/ 5 w 1019"/>
              <a:gd name="T27" fmla="*/ 365 h 1017"/>
              <a:gd name="T28" fmla="*/ 3 w 1019"/>
              <a:gd name="T29" fmla="*/ 369 h 1017"/>
              <a:gd name="T30" fmla="*/ 1 w 1019"/>
              <a:gd name="T31" fmla="*/ 373 h 1017"/>
              <a:gd name="T32" fmla="*/ 0 w 1019"/>
              <a:gd name="T33" fmla="*/ 382 h 1017"/>
              <a:gd name="T34" fmla="*/ 0 w 1019"/>
              <a:gd name="T35" fmla="*/ 386 h 1017"/>
              <a:gd name="T36" fmla="*/ 3 w 1019"/>
              <a:gd name="T37" fmla="*/ 395 h 1017"/>
              <a:gd name="T38" fmla="*/ 4 w 1019"/>
              <a:gd name="T39" fmla="*/ 396 h 1017"/>
              <a:gd name="T40" fmla="*/ 7 w 1019"/>
              <a:gd name="T41" fmla="*/ 401 h 1017"/>
              <a:gd name="T42" fmla="*/ 485 w 1019"/>
              <a:gd name="T43" fmla="*/ 1007 h 1017"/>
              <a:gd name="T44" fmla="*/ 490 w 1019"/>
              <a:gd name="T45" fmla="*/ 1011 h 1017"/>
              <a:gd name="T46" fmla="*/ 493 w 1019"/>
              <a:gd name="T47" fmla="*/ 1013 h 1017"/>
              <a:gd name="T48" fmla="*/ 496 w 1019"/>
              <a:gd name="T49" fmla="*/ 1015 h 1017"/>
              <a:gd name="T50" fmla="*/ 501 w 1019"/>
              <a:gd name="T51" fmla="*/ 1017 h 1017"/>
              <a:gd name="T52" fmla="*/ 509 w 1019"/>
              <a:gd name="T53" fmla="*/ 1017 h 1017"/>
              <a:gd name="T54" fmla="*/ 509 w 1019"/>
              <a:gd name="T55" fmla="*/ 1017 h 1017"/>
              <a:gd name="T56" fmla="*/ 515 w 1019"/>
              <a:gd name="T57" fmla="*/ 1017 h 1017"/>
              <a:gd name="T58" fmla="*/ 518 w 1019"/>
              <a:gd name="T59" fmla="*/ 1016 h 1017"/>
              <a:gd name="T60" fmla="*/ 524 w 1019"/>
              <a:gd name="T61" fmla="*/ 1013 h 1017"/>
              <a:gd name="T62" fmla="*/ 525 w 1019"/>
              <a:gd name="T63" fmla="*/ 1013 h 1017"/>
              <a:gd name="T64" fmla="*/ 532 w 1019"/>
              <a:gd name="T65" fmla="*/ 1007 h 1017"/>
              <a:gd name="T66" fmla="*/ 1008 w 1019"/>
              <a:gd name="T67" fmla="*/ 404 h 1017"/>
              <a:gd name="T68" fmla="*/ 1015 w 1019"/>
              <a:gd name="T69" fmla="*/ 394 h 1017"/>
              <a:gd name="T70" fmla="*/ 1019 w 1019"/>
              <a:gd name="T71" fmla="*/ 382 h 1017"/>
              <a:gd name="T72" fmla="*/ 691 w 1019"/>
              <a:gd name="T73" fmla="*/ 63 h 1017"/>
              <a:gd name="T74" fmla="*/ 327 w 1019"/>
              <a:gd name="T75" fmla="*/ 63 h 1017"/>
              <a:gd name="T76" fmla="*/ 328 w 1019"/>
              <a:gd name="T77" fmla="*/ 350 h 1017"/>
              <a:gd name="T78" fmla="*/ 97 w 1019"/>
              <a:gd name="T79" fmla="*/ 413 h 1017"/>
              <a:gd name="T80" fmla="*/ 97 w 1019"/>
              <a:gd name="T81" fmla="*/ 413 h 1017"/>
              <a:gd name="T82" fmla="*/ 610 w 1019"/>
              <a:gd name="T83" fmla="*/ 413 h 1017"/>
              <a:gd name="T84" fmla="*/ 675 w 1019"/>
              <a:gd name="T85" fmla="*/ 413 h 1017"/>
              <a:gd name="T86" fmla="*/ 689 w 1019"/>
              <a:gd name="T87" fmla="*/ 350 h 1017"/>
              <a:gd name="T88" fmla="*/ 689 w 1019"/>
              <a:gd name="T89" fmla="*/ 350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9" h="1017">
                <a:moveTo>
                  <a:pt x="1018" y="376"/>
                </a:moveTo>
                <a:lnTo>
                  <a:pt x="1018" y="376"/>
                </a:lnTo>
                <a:lnTo>
                  <a:pt x="1017" y="375"/>
                </a:lnTo>
                <a:lnTo>
                  <a:pt x="1017" y="375"/>
                </a:lnTo>
                <a:lnTo>
                  <a:pt x="1015" y="371"/>
                </a:lnTo>
                <a:lnTo>
                  <a:pt x="1014" y="366"/>
                </a:lnTo>
                <a:lnTo>
                  <a:pt x="1011" y="363"/>
                </a:lnTo>
                <a:lnTo>
                  <a:pt x="1008" y="358"/>
                </a:lnTo>
                <a:lnTo>
                  <a:pt x="757" y="13"/>
                </a:lnTo>
                <a:lnTo>
                  <a:pt x="757" y="13"/>
                </a:lnTo>
                <a:lnTo>
                  <a:pt x="754" y="10"/>
                </a:lnTo>
                <a:lnTo>
                  <a:pt x="750" y="6"/>
                </a:lnTo>
                <a:lnTo>
                  <a:pt x="750" y="6"/>
                </a:lnTo>
                <a:lnTo>
                  <a:pt x="749" y="5"/>
                </a:lnTo>
                <a:lnTo>
                  <a:pt x="749" y="5"/>
                </a:lnTo>
                <a:lnTo>
                  <a:pt x="744" y="2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1" y="0"/>
                </a:lnTo>
                <a:lnTo>
                  <a:pt x="286" y="0"/>
                </a:lnTo>
                <a:lnTo>
                  <a:pt x="286" y="0"/>
                </a:lnTo>
                <a:lnTo>
                  <a:pt x="279" y="1"/>
                </a:lnTo>
                <a:lnTo>
                  <a:pt x="279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3" y="2"/>
                </a:lnTo>
                <a:lnTo>
                  <a:pt x="269" y="5"/>
                </a:lnTo>
                <a:lnTo>
                  <a:pt x="269" y="5"/>
                </a:lnTo>
                <a:lnTo>
                  <a:pt x="267" y="6"/>
                </a:lnTo>
                <a:lnTo>
                  <a:pt x="267" y="6"/>
                </a:lnTo>
                <a:lnTo>
                  <a:pt x="263" y="10"/>
                </a:lnTo>
                <a:lnTo>
                  <a:pt x="260" y="13"/>
                </a:lnTo>
                <a:lnTo>
                  <a:pt x="6" y="363"/>
                </a:lnTo>
                <a:lnTo>
                  <a:pt x="6" y="363"/>
                </a:lnTo>
                <a:lnTo>
                  <a:pt x="5" y="365"/>
                </a:lnTo>
                <a:lnTo>
                  <a:pt x="5" y="365"/>
                </a:lnTo>
                <a:lnTo>
                  <a:pt x="3" y="368"/>
                </a:lnTo>
                <a:lnTo>
                  <a:pt x="3" y="368"/>
                </a:lnTo>
                <a:lnTo>
                  <a:pt x="3" y="369"/>
                </a:lnTo>
                <a:lnTo>
                  <a:pt x="3" y="369"/>
                </a:lnTo>
                <a:lnTo>
                  <a:pt x="1" y="373"/>
                </a:lnTo>
                <a:lnTo>
                  <a:pt x="1" y="373"/>
                </a:lnTo>
                <a:lnTo>
                  <a:pt x="0" y="378"/>
                </a:lnTo>
                <a:lnTo>
                  <a:pt x="0" y="378"/>
                </a:lnTo>
                <a:lnTo>
                  <a:pt x="0" y="382"/>
                </a:lnTo>
                <a:lnTo>
                  <a:pt x="0" y="382"/>
                </a:lnTo>
                <a:lnTo>
                  <a:pt x="0" y="386"/>
                </a:lnTo>
                <a:lnTo>
                  <a:pt x="0" y="386"/>
                </a:lnTo>
                <a:lnTo>
                  <a:pt x="1" y="390"/>
                </a:lnTo>
                <a:lnTo>
                  <a:pt x="1" y="390"/>
                </a:lnTo>
                <a:lnTo>
                  <a:pt x="3" y="395"/>
                </a:lnTo>
                <a:lnTo>
                  <a:pt x="3" y="395"/>
                </a:lnTo>
                <a:lnTo>
                  <a:pt x="4" y="396"/>
                </a:lnTo>
                <a:lnTo>
                  <a:pt x="4" y="396"/>
                </a:lnTo>
                <a:lnTo>
                  <a:pt x="5" y="398"/>
                </a:lnTo>
                <a:lnTo>
                  <a:pt x="5" y="398"/>
                </a:lnTo>
                <a:lnTo>
                  <a:pt x="7" y="401"/>
                </a:lnTo>
                <a:lnTo>
                  <a:pt x="483" y="1005"/>
                </a:lnTo>
                <a:lnTo>
                  <a:pt x="483" y="1005"/>
                </a:lnTo>
                <a:lnTo>
                  <a:pt x="485" y="1007"/>
                </a:lnTo>
                <a:lnTo>
                  <a:pt x="485" y="1007"/>
                </a:lnTo>
                <a:lnTo>
                  <a:pt x="490" y="1011"/>
                </a:lnTo>
                <a:lnTo>
                  <a:pt x="490" y="1011"/>
                </a:lnTo>
                <a:lnTo>
                  <a:pt x="492" y="1013"/>
                </a:lnTo>
                <a:lnTo>
                  <a:pt x="492" y="1013"/>
                </a:lnTo>
                <a:lnTo>
                  <a:pt x="493" y="1013"/>
                </a:lnTo>
                <a:lnTo>
                  <a:pt x="493" y="1013"/>
                </a:lnTo>
                <a:lnTo>
                  <a:pt x="496" y="1015"/>
                </a:lnTo>
                <a:lnTo>
                  <a:pt x="496" y="1015"/>
                </a:lnTo>
                <a:lnTo>
                  <a:pt x="500" y="1016"/>
                </a:lnTo>
                <a:lnTo>
                  <a:pt x="500" y="1016"/>
                </a:lnTo>
                <a:lnTo>
                  <a:pt x="501" y="1017"/>
                </a:lnTo>
                <a:lnTo>
                  <a:pt x="501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15" y="1017"/>
                </a:lnTo>
                <a:lnTo>
                  <a:pt x="515" y="1017"/>
                </a:lnTo>
                <a:lnTo>
                  <a:pt x="518" y="1016"/>
                </a:lnTo>
                <a:lnTo>
                  <a:pt x="518" y="1016"/>
                </a:lnTo>
                <a:lnTo>
                  <a:pt x="521" y="1015"/>
                </a:lnTo>
                <a:lnTo>
                  <a:pt x="521" y="1015"/>
                </a:lnTo>
                <a:lnTo>
                  <a:pt x="524" y="1013"/>
                </a:lnTo>
                <a:lnTo>
                  <a:pt x="524" y="1013"/>
                </a:lnTo>
                <a:lnTo>
                  <a:pt x="525" y="1013"/>
                </a:lnTo>
                <a:lnTo>
                  <a:pt x="525" y="1013"/>
                </a:lnTo>
                <a:lnTo>
                  <a:pt x="527" y="1011"/>
                </a:lnTo>
                <a:lnTo>
                  <a:pt x="527" y="1011"/>
                </a:lnTo>
                <a:lnTo>
                  <a:pt x="532" y="1007"/>
                </a:lnTo>
                <a:lnTo>
                  <a:pt x="532" y="1007"/>
                </a:lnTo>
                <a:lnTo>
                  <a:pt x="534" y="1005"/>
                </a:lnTo>
                <a:lnTo>
                  <a:pt x="1008" y="404"/>
                </a:lnTo>
                <a:lnTo>
                  <a:pt x="1008" y="404"/>
                </a:lnTo>
                <a:lnTo>
                  <a:pt x="1012" y="400"/>
                </a:lnTo>
                <a:lnTo>
                  <a:pt x="1015" y="394"/>
                </a:lnTo>
                <a:lnTo>
                  <a:pt x="1018" y="388"/>
                </a:lnTo>
                <a:lnTo>
                  <a:pt x="1019" y="382"/>
                </a:lnTo>
                <a:lnTo>
                  <a:pt x="1019" y="382"/>
                </a:lnTo>
                <a:lnTo>
                  <a:pt x="1018" y="376"/>
                </a:lnTo>
                <a:lnTo>
                  <a:pt x="1018" y="376"/>
                </a:lnTo>
                <a:close/>
                <a:moveTo>
                  <a:pt x="691" y="63"/>
                </a:moveTo>
                <a:lnTo>
                  <a:pt x="625" y="350"/>
                </a:lnTo>
                <a:lnTo>
                  <a:pt x="393" y="350"/>
                </a:lnTo>
                <a:lnTo>
                  <a:pt x="327" y="63"/>
                </a:lnTo>
                <a:lnTo>
                  <a:pt x="691" y="63"/>
                </a:lnTo>
                <a:close/>
                <a:moveTo>
                  <a:pt x="271" y="106"/>
                </a:moveTo>
                <a:lnTo>
                  <a:pt x="328" y="350"/>
                </a:lnTo>
                <a:lnTo>
                  <a:pt x="94" y="350"/>
                </a:lnTo>
                <a:lnTo>
                  <a:pt x="271" y="106"/>
                </a:lnTo>
                <a:close/>
                <a:moveTo>
                  <a:pt x="97" y="413"/>
                </a:moveTo>
                <a:lnTo>
                  <a:pt x="343" y="413"/>
                </a:lnTo>
                <a:lnTo>
                  <a:pt x="446" y="854"/>
                </a:lnTo>
                <a:lnTo>
                  <a:pt x="97" y="413"/>
                </a:lnTo>
                <a:close/>
                <a:moveTo>
                  <a:pt x="509" y="845"/>
                </a:moveTo>
                <a:lnTo>
                  <a:pt x="408" y="413"/>
                </a:lnTo>
                <a:lnTo>
                  <a:pt x="610" y="413"/>
                </a:lnTo>
                <a:lnTo>
                  <a:pt x="509" y="845"/>
                </a:lnTo>
                <a:close/>
                <a:moveTo>
                  <a:pt x="572" y="854"/>
                </a:moveTo>
                <a:lnTo>
                  <a:pt x="675" y="413"/>
                </a:lnTo>
                <a:lnTo>
                  <a:pt x="920" y="413"/>
                </a:lnTo>
                <a:lnTo>
                  <a:pt x="572" y="854"/>
                </a:lnTo>
                <a:close/>
                <a:moveTo>
                  <a:pt x="689" y="350"/>
                </a:moveTo>
                <a:lnTo>
                  <a:pt x="746" y="106"/>
                </a:lnTo>
                <a:lnTo>
                  <a:pt x="923" y="350"/>
                </a:lnTo>
                <a:lnTo>
                  <a:pt x="689" y="35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2087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56DC809-96D7-4DDD-BA7E-7AE8F7783E16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0A44E5-3CD4-4A08-A0CD-618D04D79A40}"/>
              </a:ext>
            </a:extLst>
          </p:cNvPr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D03333-1868-49B8-89A8-C502A4EC18F3}"/>
              </a:ext>
            </a:extLst>
          </p:cNvPr>
          <p:cNvSpPr txBox="1"/>
          <p:nvPr/>
        </p:nvSpPr>
        <p:spPr>
          <a:xfrm>
            <a:off x="1269667" y="205961"/>
            <a:ext cx="2388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 two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8DD4BB-51C7-4C0B-81C4-F1B066DB113D}"/>
              </a:ext>
            </a:extLst>
          </p:cNvPr>
          <p:cNvGrpSpPr/>
          <p:nvPr/>
        </p:nvGrpSpPr>
        <p:grpSpPr>
          <a:xfrm>
            <a:off x="1882813" y="2027836"/>
            <a:ext cx="3272128" cy="3272128"/>
            <a:chOff x="1269667" y="1823914"/>
            <a:chExt cx="4093043" cy="40930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542460-5FFA-469E-BC92-40A91DA1B964}"/>
                </a:ext>
              </a:extLst>
            </p:cNvPr>
            <p:cNvSpPr/>
            <p:nvPr/>
          </p:nvSpPr>
          <p:spPr>
            <a:xfrm>
              <a:off x="1530950" y="2759518"/>
              <a:ext cx="2221834" cy="22218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98EAFD0-5228-4051-B8BE-C549502A83FC}"/>
                </a:ext>
              </a:extLst>
            </p:cNvPr>
            <p:cNvSpPr/>
            <p:nvPr/>
          </p:nvSpPr>
          <p:spPr>
            <a:xfrm>
              <a:off x="1269667" y="1823914"/>
              <a:ext cx="4093043" cy="4093043"/>
            </a:xfrm>
            <a:prstGeom prst="ellips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553F943-7E5E-4A56-B451-0160855CD2F9}"/>
              </a:ext>
            </a:extLst>
          </p:cNvPr>
          <p:cNvSpPr/>
          <p:nvPr/>
        </p:nvSpPr>
        <p:spPr>
          <a:xfrm>
            <a:off x="4646531" y="2959188"/>
            <a:ext cx="4093044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7500" b="1" spc="225" dirty="0">
                <a:solidFill>
                  <a:srgbClr val="292929"/>
                </a:solidFill>
                <a:cs typeface="+mn-ea"/>
                <a:sym typeface="+mn-lt"/>
              </a:rPr>
              <a:t>成果展示</a:t>
            </a:r>
            <a:endParaRPr sz="7500" b="1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984A5-F46A-499C-BB67-5E5FBC7EBD3A}"/>
              </a:ext>
            </a:extLst>
          </p:cNvPr>
          <p:cNvSpPr txBox="1"/>
          <p:nvPr/>
        </p:nvSpPr>
        <p:spPr>
          <a:xfrm>
            <a:off x="2037201" y="2959188"/>
            <a:ext cx="1830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65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B01F0EC7-3F57-4D64-9621-7496AA9C26B5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9E4D62-2C87-406C-850E-A612D496B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160" y="417094"/>
            <a:ext cx="9744481" cy="61664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D8FEA1-8723-4FDC-ADD8-E029742D86A3}"/>
              </a:ext>
            </a:extLst>
          </p:cNvPr>
          <p:cNvSpPr txBox="1"/>
          <p:nvPr/>
        </p:nvSpPr>
        <p:spPr>
          <a:xfrm>
            <a:off x="372515" y="1197813"/>
            <a:ext cx="81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首页</a:t>
            </a:r>
          </a:p>
        </p:txBody>
      </p:sp>
    </p:spTree>
    <p:extLst>
      <p:ext uri="{BB962C8B-B14F-4D97-AF65-F5344CB8AC3E}">
        <p14:creationId xmlns:p14="http://schemas.microsoft.com/office/powerpoint/2010/main" val="427730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B01F0EC7-3F57-4D64-9621-7496AA9C26B5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D8FEA1-8723-4FDC-ADD8-E029742D86A3}"/>
              </a:ext>
            </a:extLst>
          </p:cNvPr>
          <p:cNvSpPr txBox="1"/>
          <p:nvPr/>
        </p:nvSpPr>
        <p:spPr>
          <a:xfrm>
            <a:off x="372515" y="1197813"/>
            <a:ext cx="81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类别页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85119D-51C7-4289-9741-191714429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026" y="409699"/>
            <a:ext cx="10170246" cy="613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1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B01F0EC7-3F57-4D64-9621-7496AA9C26B5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D8FEA1-8723-4FDC-ADD8-E029742D86A3}"/>
              </a:ext>
            </a:extLst>
          </p:cNvPr>
          <p:cNvSpPr txBox="1"/>
          <p:nvPr/>
        </p:nvSpPr>
        <p:spPr>
          <a:xfrm>
            <a:off x="372515" y="1197813"/>
            <a:ext cx="81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登录页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E06E60-FED7-40C8-B0A3-1799A42F4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696" y="482448"/>
            <a:ext cx="7379079" cy="58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B01F0EC7-3F57-4D64-9621-7496AA9C26B5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D8FEA1-8723-4FDC-ADD8-E029742D86A3}"/>
              </a:ext>
            </a:extLst>
          </p:cNvPr>
          <p:cNvSpPr txBox="1"/>
          <p:nvPr/>
        </p:nvSpPr>
        <p:spPr>
          <a:xfrm>
            <a:off x="372515" y="1197813"/>
            <a:ext cx="81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登录成功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C75FFB-74C8-4245-A256-0D68ED847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862" y="145522"/>
            <a:ext cx="7723940" cy="656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2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B01F0EC7-3F57-4D64-9621-7496AA9C26B5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D8FEA1-8723-4FDC-ADD8-E029742D86A3}"/>
              </a:ext>
            </a:extLst>
          </p:cNvPr>
          <p:cNvSpPr txBox="1"/>
          <p:nvPr/>
        </p:nvSpPr>
        <p:spPr>
          <a:xfrm>
            <a:off x="372515" y="1197813"/>
            <a:ext cx="818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问题详情页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BB6DC4-3D40-44AE-802B-B72762889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77" y="142977"/>
            <a:ext cx="10074729" cy="657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5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B01F0EC7-3F57-4D64-9621-7496AA9C26B5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09C577-680E-47C7-9E43-CD906FF12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573" y="144235"/>
            <a:ext cx="8386854" cy="65695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2360FC8-F514-4DB2-BDDF-2EB744831A1A}"/>
              </a:ext>
            </a:extLst>
          </p:cNvPr>
          <p:cNvSpPr txBox="1"/>
          <p:nvPr/>
        </p:nvSpPr>
        <p:spPr>
          <a:xfrm>
            <a:off x="372515" y="1197813"/>
            <a:ext cx="81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退出登录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187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B01F0EC7-3F57-4D64-9621-7496AA9C26B5}"/>
              </a:ext>
            </a:extLst>
          </p:cNvPr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91864EC-35EA-453D-9310-AB7341C7C344}"/>
              </a:ext>
            </a:extLst>
          </p:cNvPr>
          <p:cNvSpPr/>
          <p:nvPr/>
        </p:nvSpPr>
        <p:spPr>
          <a:xfrm>
            <a:off x="1956935" y="3533827"/>
            <a:ext cx="224588" cy="224588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006189" y="2792067"/>
            <a:ext cx="6166377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7500" b="1" spc="225" dirty="0">
                <a:solidFill>
                  <a:srgbClr val="292929"/>
                </a:solidFill>
                <a:cs typeface="+mn-ea"/>
                <a:sym typeface="+mn-lt"/>
              </a:rPr>
              <a:t>感谢您的观看</a:t>
            </a:r>
            <a:endParaRPr sz="7500" b="1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089377" y="4015479"/>
            <a:ext cx="2783148" cy="56169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en-US" altLang="zh-CN" sz="3200" spc="225" dirty="0">
                <a:solidFill>
                  <a:srgbClr val="292929"/>
                </a:solidFill>
                <a:cs typeface="+mn-ea"/>
                <a:sym typeface="+mn-lt"/>
              </a:rPr>
              <a:t>Thanks </a:t>
            </a:r>
            <a:endParaRPr sz="32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D0AFB9-F1B4-4D05-90D6-2624EA97AAB8}"/>
              </a:ext>
            </a:extLst>
          </p:cNvPr>
          <p:cNvSpPr/>
          <p:nvPr/>
        </p:nvSpPr>
        <p:spPr>
          <a:xfrm flipH="1">
            <a:off x="11311281" y="810323"/>
            <a:ext cx="415498" cy="1841541"/>
          </a:xfrm>
          <a:prstGeom prst="rect">
            <a:avLst/>
          </a:prstGeom>
        </p:spPr>
        <p:txBody>
          <a:bodyPr vert="eaVert"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pc="225" dirty="0">
                <a:solidFill>
                  <a:srgbClr val="292929"/>
                </a:solidFill>
                <a:cs typeface="+mn-ea"/>
                <a:sym typeface="+mn-lt"/>
              </a:rPr>
              <a:t>WORK PLAN</a:t>
            </a:r>
            <a:endParaRPr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7FF11B-ECA5-40B5-BE3B-8C91AA621702}"/>
              </a:ext>
            </a:extLst>
          </p:cNvPr>
          <p:cNvSpPr/>
          <p:nvPr/>
        </p:nvSpPr>
        <p:spPr>
          <a:xfrm flipH="1">
            <a:off x="11342435" y="5016459"/>
            <a:ext cx="353943" cy="1841541"/>
          </a:xfrm>
          <a:prstGeom prst="rect">
            <a:avLst/>
          </a:prstGeom>
        </p:spPr>
        <p:txBody>
          <a:bodyPr vert="eaVert"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400" spc="225" dirty="0">
                <a:solidFill>
                  <a:srgbClr val="292929"/>
                </a:solidFill>
                <a:cs typeface="+mn-ea"/>
                <a:sym typeface="+mn-lt"/>
              </a:rPr>
              <a:t>WORK PLAN</a:t>
            </a:r>
            <a:endParaRPr sz="1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53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/>
      <p:bldP spid="13" grpId="0"/>
      <p:bldP spid="14" grpId="0"/>
      <p:bldP spid="15" grpId="0"/>
      <p:bldP spid="1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691</Words>
  <Application>Microsoft Office PowerPoint</Application>
  <PresentationFormat>宽屏</PresentationFormat>
  <Paragraphs>99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Lv</cp:lastModifiedBy>
  <cp:revision>103</cp:revision>
  <dcterms:created xsi:type="dcterms:W3CDTF">2019-06-11T09:29:47Z</dcterms:created>
  <dcterms:modified xsi:type="dcterms:W3CDTF">2019-12-06T14:19:29Z</dcterms:modified>
</cp:coreProperties>
</file>